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Directorio, TME y memoria única: hallazgos de los experimentos 7 a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Sistema transactivo sobre memorias asociativas entrópicas (EAM/EHAM). Rama exp7-directorio-unificado, agosto–septiembre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Tres preguntas y un principio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¿Qué clase de cosa es el directorio? (exp7, exp8)</a:t>
            </a:r>
          </a:p>
          <a:p>
            <a:pPr>
              <a:spcAft>
                <a:spcPts val="600"/>
              </a:spcAft>
              <a:defRPr sz="1500"/>
            </a:pPr>
            <a:r>
              <a:t>• ¿Qué lugar ocupa el TME: mediador que desaparece o artefacto compartido? (exp9, exp10)</a:t>
            </a:r>
          </a:p>
          <a:p>
            <a:pPr>
              <a:spcAft>
                <a:spcPts val="600"/>
              </a:spcAft>
              <a:defRPr sz="1500"/>
            </a:pPr>
            <a:r>
              <a:t>• ¿Qué aporta partir el contenido en especialistas frente a una sola EHAM? (exp11)</a:t>
            </a:r>
          </a:p>
          <a:p>
            <a:pPr>
              <a:spcAft>
                <a:spcPts val="600"/>
              </a:spcAft>
              <a:defRPr sz="1500"/>
            </a:pPr>
            <a:r>
              <a:t>• Principio que atraviesa todo: la entropía vive en el ícono, la decisión en el índice</a:t>
            </a:r>
          </a:p>
          <a:p>
            <a:pPr lvl="1">
              <a:spcAft>
                <a:spcPts val="600"/>
              </a:spcAft>
              <a:defRPr sz="1300"/>
            </a:pPr>
            <a:r>
              <a:t>– Ícono e índice: Peirce. El nombre como designador rígido, sin métrica: Kripke</a:t>
            </a:r>
          </a:p>
          <a:p>
            <a:pPr lvl="1">
              <a:spcAft>
                <a:spcPts val="600"/>
              </a:spcAft>
              <a:defRPr sz="1300"/>
            </a:pPr>
            <a:r>
              <a:t>– Correlato: índice hipocampal separado del contenido cortical (Teyler y DiScenna 1986; McClelland, McNaughton y O'Reilly 1995)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Exp7 · Directorio unificado texto+visión: no hay interacción intermodal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Un solo directorio de 364 rasgos (300 de texto + 64 de imagen) frente a dos separados</a:t>
            </a:r>
          </a:p>
          <a:p>
            <a:pPr lvl="1">
              <a:spcAft>
                <a:spcPts val="600"/>
              </a:spcAft>
              <a:defRPr sz="1200"/>
            </a:pPr>
            <a:r>
              <a:t>– Solo texto 96.2% vs 95.0%; solo imagen 81.9% = 81.9%; consulta emparejada 25.0% vs 97.5%</a:t>
            </a:r>
          </a:p>
          <a:p>
            <a:pPr>
              <a:spcAft>
                <a:spcPts val="600"/>
              </a:spcAft>
              <a:defRPr sz="1400"/>
            </a:pPr>
            <a:r>
              <a:t>• El colapso emparejado es el veto conjuntivo: una mitad de imagen sin soporte mata una pista que ruteaba al 96%</a:t>
            </a:r>
          </a:p>
          <a:p>
            <a:pPr>
              <a:spcAft>
                <a:spcPts val="600"/>
              </a:spcAft>
              <a:defRPr sz="1400"/>
            </a:pPr>
            <a:r>
              <a:t>• La relación es por (rasgo, agente), sin término rasgo–rasgo: mitades disjuntas no pueden tocarse. Sondas cruzadas rechazan el 100%; scores bit-idénticos al llenado solo-texto</a:t>
            </a:r>
          </a:p>
          <a:p>
            <a:pPr>
              <a:spcAft>
                <a:spcPts val="600"/>
              </a:spcAft>
              <a:defRPr sz="1400"/>
            </a:pPr>
            <a:r>
              <a:t>• El único acoplamiento es el denominador B1 compartido, y daña: 1024 registros de imagen bajan el texto de 96.2 a 90.0</a:t>
            </a:r>
          </a:p>
          <a:p>
            <a:pPr>
              <a:spcAft>
                <a:spcPts val="600"/>
              </a:spcAft>
              <a:defRPr sz="1400"/>
            </a:pPr>
            <a:r>
              <a:t>• Lección: dos directorios separados es la arquitectura correcta, ahora con números</a:t>
            </a:r>
          </a:p>
          <a:p>
            <a:pPr>
              <a:spcAft>
                <a:spcPts val="600"/>
              </a:spcAft>
              <a:defRPr sz="1400"/>
            </a:pPr>
            <a:r>
              <a:t>• Fundamento: el directorio es un índice, una tabla de cuentas por rasgo y agente; no es MINERVA (funde al almacenar) y su ruteo nunca usa la entropía. Índice disperso y separado del contenido (sistemas complementarios)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Exp8 · El directorio leído al revés reconstruye el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58892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• Pista de identidad (nan en los no ganadores) → recall_from_right devuelve una pista del dominio del agente</a:t>
            </a:r>
          </a:p>
          <a:p>
            <a:pPr lvl="1">
              <a:spcAft>
                <a:spcPts val="600"/>
              </a:spcAft>
              <a:defRPr sz="1100"/>
            </a:pPr>
            <a:r>
              <a:t>– Dominio propio 80/80, dominio ajeno presenciado 112/112; los 8 directorios eran la misma relación bit a bit</a:t>
            </a:r>
          </a:p>
          <a:p>
            <a:pPr>
              <a:spcAft>
                <a:spcPts val="600"/>
              </a:spcAft>
              <a:defRPr sz="1300"/>
            </a:pPr>
            <a:r>
              <a:t>• Lo recuperado es una envolvente, no una copia: vecino real y centroide siempre de la clase pedida, pero 2.9 a 5.5 veces más lejos de cualquier instancia que las instancias entre sí</a:t>
            </a:r>
          </a:p>
          <a:p>
            <a:pPr>
              <a:spcAft>
                <a:spcPts val="600"/>
              </a:spcAft>
              <a:defRPr sz="1300"/>
            </a:pPr>
            <a:r>
              <a:t>• Un solo broadcast ajeno presenciado reconstruye el dominio el 59% de las veces; ocho, el 100%. El fallo es siempre no contestar, nunca contestar mal</a:t>
            </a:r>
          </a:p>
          <a:p>
            <a:pPr>
              <a:spcAft>
                <a:spcPts val="600"/>
              </a:spcAft>
              <a:defRPr sz="1300"/>
            </a:pPr>
            <a:r>
              <a:t>• La cara «no ganó» pesa 7 veces más y no restringe nada; leída sola da una quimera (ningún agente explica más del 63%)</a:t>
            </a:r>
          </a:p>
          <a:p>
            <a:pPr>
              <a:spcAft>
                <a:spcPts val="600"/>
              </a:spcAft>
              <a:defRPr sz="1300"/>
            </a:pPr>
            <a:r>
              <a:t>• Identidades imposibles (dos ganadores, bits al azar) no contestan: no se fabrica contenido preguntando cualquier cosa</a:t>
            </a:r>
          </a:p>
          <a:p>
            <a:pPr>
              <a:spcAft>
                <a:spcPts val="600"/>
              </a:spcAft>
              <a:defRPr sz="1300"/>
            </a:pPr>
            <a:r>
              <a:t>• Fundamento: codificación superficial de Wegner (los demás guardan una descripción); la lectura inversa es una reinstalación por índice (Teyler y DiScenna); el directorio es metamemoria: nivel meta que monitorea y controla (Nelson y Narens 1990)</a:t>
            </a:r>
          </a:p>
        </p:txBody>
      </p:sp>
      <p:pic>
        <p:nvPicPr>
          <p:cNvPr id="4" name="Picture 3" descr="fig1_objeto_recupe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060" y="1371600"/>
            <a:ext cx="329243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Exp9 · Pérdida de un miembro: el índice sobrevive, la familiaridad está en reconocer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675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• Se quita al agente k; sus consultas entran por un sobreviviente. El directorio sigue señalando a k (55.7% en texto, 81% en imagen): no sabe que k no está</a:t>
            </a:r>
          </a:p>
          <a:p>
            <a:pPr>
              <a:spcAft>
                <a:spcPts val="600"/>
              </a:spcAft>
              <a:defRPr sz="1300"/>
            </a:pPr>
            <a:r>
              <a:t>• Sustitución (el mejor sobreviviente responde con lo suyo): responde 24.5%, clase correcta 0%. Confabula o calla</a:t>
            </a:r>
          </a:p>
          <a:p>
            <a:pPr>
              <a:spcAft>
                <a:spcPts val="600"/>
              </a:spcAft>
              <a:defRPr sz="1300"/>
            </a:pPr>
            <a:r>
              <a:t>• Descripción (el sobreviviente responde con la lectura inversa de su directorio): responde 100%, clase 100%, fidelidad 19.3 frente a 22.0 del especialista presente</a:t>
            </a:r>
          </a:p>
          <a:p>
            <a:pPr>
              <a:spcAft>
                <a:spcPts val="600"/>
              </a:spcAft>
              <a:defRPr sz="1300"/>
            </a:pPr>
            <a:r>
              <a:t>• Ninguna respuesta depende de la pista: razón F 1.14 (vivido) y 1.00 (descripción) con Bessel; «manzana roja» y «manzana verde» dan la misma envolvente</a:t>
            </a:r>
          </a:p>
          <a:p>
            <a:pPr>
              <a:spcAft>
                <a:spcPts val="600"/>
              </a:spcAft>
              <a:defRPr sz="1300"/>
            </a:pPr>
            <a:r>
              <a:t>• Dónde vive la familiaridad: el especialista reconoce el 98.3% de las consultas de su dominio, un no especialista el 16%, el directorio de 52 registros el 55.7%</a:t>
            </a:r>
          </a:p>
          <a:p>
            <a:pPr>
              <a:spcAft>
                <a:spcPts val="600"/>
              </a:spcAft>
              <a:defRPr sz="1300"/>
            </a:pPr>
            <a:r>
              <a:t>• Fundamento: Russell (1910) reformulado. Conocer por familiaridad es poder decir «esto es mío» ante lo nunca visto; por descripción, «esto era de él» ante lo presenciado. Cobertura del reconocimiento, no fidelidad de la reproducción. Pérdida transactiva de Wegner: se pierde la respuesta, no la ubicación</a:t>
            </a:r>
          </a:p>
        </p:txBody>
      </p:sp>
      <p:pic>
        <p:nvPicPr>
          <p:cNvPr id="4" name="Picture 3" descr="fig2_resumen_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255" y="1371600"/>
            <a:ext cx="4206240" cy="13066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Exp10 · Directorios perspectivales: Vygotsky gana, con una condición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675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• Cada agente presencia solo parte de los broadcasts ajenos (azar f, o vecinos en anillo r). Los directorios divergen hasta el 83% de sus celdas</a:t>
            </a:r>
          </a:p>
          <a:p>
            <a:pPr>
              <a:spcAft>
                <a:spcPts val="600"/>
              </a:spcAft>
              <a:defRPr sz="1300"/>
            </a:pPr>
            <a:r>
              <a:t>• Imagen: el encadenado (preguntar a los conocidos) iguala al pizarrón, 81.9% con cero errores, desde f = 1/64, con 3.5 saltos</a:t>
            </a:r>
          </a:p>
          <a:p>
            <a:pPr>
              <a:spcAft>
                <a:spcPts val="600"/>
              </a:spcAft>
              <a:defRPr sz="1300"/>
            </a:pPr>
            <a:r>
              <a:t>• Texto: el encadenado deja 20–33% de errores; el agregado (sumar los directorios conocidos) alcanza al pizarrón desde f = 1/32 (91% vs 93.6%)</a:t>
            </a:r>
          </a:p>
          <a:p>
            <a:pPr>
              <a:spcAft>
                <a:spcPts val="600"/>
              </a:spcAft>
              <a:defRPr sz="1300"/>
            </a:pPr>
            <a:r>
              <a:t>• Alcance y comparación son operaciones distintas: encadenar alcanza, agregar compara; con anillo r = 1 el agregado cae al 55%</a:t>
            </a:r>
          </a:p>
          <a:p>
            <a:pPr>
              <a:spcAft>
                <a:spcPts val="600"/>
              </a:spcAft>
              <a:defRPr sz="1300"/>
            </a:pPr>
            <a:r>
              <a:t>• Consecuencia: protocolo oficial v5. Registran la transacción quien pregunta, quien gana y el TME; el ruteo maduro agrega los directorios conocidos y encadena si nadie tiene soporte. Costo: 1.4 puntos visuales (xi = 0)</a:t>
            </a:r>
          </a:p>
          <a:p>
            <a:pPr>
              <a:spcAft>
                <a:spcPts val="600"/>
              </a:spcAft>
              <a:defRPr sz="1300"/>
            </a:pPr>
            <a:r>
              <a:t>• Fundamento: el TME de la fase temprana es un andamio (Wood, Bruner y Ross 1976) que se internaliza (Vygotsky 1978), y cada quien internaliza lo que participó. El pizarrón de Hutchins (1995) no aporta acierto, solo ahorra consultas</a:t>
            </a:r>
          </a:p>
        </p:txBody>
      </p:sp>
      <p:pic>
        <p:nvPicPr>
          <p:cNvPr id="4" name="Picture 3" descr="fig1_az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255" y="1371600"/>
            <a:ext cx="4206240" cy="22531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Exp11 · Una EHAM con las ocho clases contra el sistema transactivo (N=200, 10 semillas)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103120"/>
                <a:gridCol w="2103120"/>
                <a:gridCol w="21945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EHAM única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transactivo, oráculo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transactivo, protocolo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clase correcta, vecino real (texto→imagen)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97.5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distancia a la instancia real más cercana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22.8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clase correcta con pista compartida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coordenadas de una sola clase (compat)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imagen→texto: responde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imagen→texto: dominio correcto si responde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imagen→texto: dominio de otra clase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ruteo correcto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10912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Mismo contenido, mismo sustrato: la EHAM única recibe los 6400 registros; cada especialista, 800. Control: los especialistas reconstruidos son bit a bit los modelos oficiales</a:t>
            </a:r>
          </a:p>
          <a:p>
            <a:pPr>
              <a:spcAft>
                <a:spcPts val="600"/>
              </a:spcAft>
              <a:defRPr sz="1400"/>
            </a:pPr>
            <a:r>
              <a:t>• Criterio pre-registrado: no refutada (la fidelidad difiere en 3.9 unidades, umbral 1); tampoco la forma fuerte: en clase, sobre todo el banco, empatan desde N = 100</a:t>
            </a:r>
          </a:p>
          <a:p>
            <a:pPr>
              <a:spcAft>
                <a:spcPts val="600"/>
              </a:spcAft>
              <a:defRPr sz="1400"/>
            </a:pPr>
            <a:r>
              <a:t>• Precio del directorio: 2.5 puntos frente al oráculo, estables con 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Exp11 · Fidelidad, coherencia y cobertura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• La brecha de fidelidad crece con el contenido: 2.0 unidades en N = 25, 4.5 en N = 200</a:t>
            </a:r>
          </a:p>
          <a:p>
            <a:pPr>
              <a:spcAft>
                <a:spcPts val="600"/>
              </a:spcAft>
              <a:defRPr sz="1300"/>
            </a:pPr>
            <a:r>
              <a:t>• El mecanismo es por coordenada, no por palabra: la relación acumula por (coordenada, valor) y dos conceptos distintos comparten valores cuantizados. La proyección de la EHAM única es solo un 4% más ancha, pero los niveles extra son de otras clases</a:t>
            </a:r>
          </a:p>
          <a:p>
            <a:pPr>
              <a:spcAft>
                <a:spcPts val="600"/>
              </a:spcAft>
              <a:defRPr sz="1300"/>
            </a:pPr>
            <a:r>
              <a:t>• La quimera aparece donde se predijo: con «red», «fruit», «animal», «mammal». Apple↔tomato, horse→cow. Es rara en este banco (3.5% de las respuestas)</a:t>
            </a:r>
          </a:p>
          <a:p>
            <a:pPr>
              <a:spcAft>
                <a:spcPts val="600"/>
              </a:spcAft>
              <a:defRPr sz="1300"/>
            </a:pPr>
            <a:r>
              <a:t>• En imagen→texto la EHAM única cubre más (96 vs 79) porque el containment del especialista es estricto en 64 coordenadas; la cobertura de los dos sube con N (el especialista 0 → 79 %, la EHAM única 5 → 96 %) y el rechazo residual del 25% que reportaba la tesis es un costo de partir, no de la memoria</a:t>
            </a:r>
          </a:p>
          <a:p>
            <a:pPr>
              <a:spcAft>
                <a:spcPts val="600"/>
              </a:spcAft>
              <a:defRPr sz="1300"/>
            </a:pPr>
            <a:r>
              <a:t>• Partir compra fidelidad, coherencia y precisión; cuesta cobertura, un índice y ocho veces las celdas</a:t>
            </a:r>
          </a:p>
        </p:txBody>
      </p:sp>
      <p:pic>
        <p:nvPicPr>
          <p:cNvPr id="4" name="Picture 3" descr="fig6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1371600"/>
            <a:ext cx="5852160" cy="40433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Exp11 · Dos quimeras con la pista «red»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Consulta de tomate: la EHAM única devuelve una manzana (compat 0.69, distancia 46 a una instancia real de tomate; el especialista, 17.9)</a:t>
            </a:r>
          </a:p>
          <a:p>
            <a:pPr>
              <a:spcAft>
                <a:spcPts val="600"/>
              </a:spcAft>
              <a:defRPr sz="1400"/>
            </a:pPr>
            <a:r>
              <a:t>• Consulta de manzana: una mezcla cuya instancia real más cercana es un caballo (compat 0.72)</a:t>
            </a:r>
          </a:p>
          <a:p>
            <a:pPr>
              <a:spcAft>
                <a:spcPts val="600"/>
              </a:spcAft>
              <a:defRPr sz="1400"/>
            </a:pPr>
            <a:r>
              <a:t>• El sistema transactivo decide antes de recordar; la EHAM única tiene que decidir dentro del sorteo, y ahí es donde falla</a:t>
            </a:r>
          </a:p>
          <a:p>
            <a:pPr>
              <a:spcAft>
                <a:spcPts val="600"/>
              </a:spcAft>
              <a:defRPr sz="1400"/>
            </a:pPr>
            <a:r>
              <a:t>• Es el hallazgo 4 de exp8 visto desde el otro lado: la conjunción por coordenada garantiza coherencia solo si toda la masa registrada es de un mismo dominio</a:t>
            </a:r>
          </a:p>
        </p:txBody>
      </p:sp>
      <p:pic>
        <p:nvPicPr>
          <p:cNvPr id="4" name="Picture 3" descr="fig5_quim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371600"/>
            <a:ext cx="54864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Síntesis: el sistema transactivo es una EHAM que ha decidido antes de recordar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El directorio es un índice (exp7) que también guarda una descripción del dominio (exp8): la misma relación es nítida leída hacia la identidad y entrópica leída hacia el contenido</a:t>
            </a:r>
          </a:p>
          <a:p>
            <a:pPr>
              <a:spcAft>
                <a:spcPts val="600"/>
              </a:spcAft>
              <a:defRPr sz="1400"/>
            </a:pPr>
            <a:r>
              <a:t>• La familiaridad del especialista es de reconocimiento, no de reproducción (exp9)</a:t>
            </a:r>
          </a:p>
          <a:p>
            <a:pPr>
              <a:spcAft>
                <a:spcPts val="600"/>
              </a:spcAft>
              <a:defRPr sz="1400"/>
            </a:pPr>
            <a:r>
              <a:t>• La coordinación no necesita un artefacto compartido: la red de directorios parciales, encadenando y agregando, recupera el ruteo del pizarrón (exp10)</a:t>
            </a:r>
          </a:p>
          <a:p>
            <a:pPr>
              <a:spcAft>
                <a:spcPts val="600"/>
              </a:spcAft>
              <a:defRPr sz="1400"/>
            </a:pPr>
            <a:r>
              <a:t>• Frente a una EHAM única, partir no mejora la clase; mejora la fidelidad, la coherencia y la precisión, y cuesta cobertura (exp11)</a:t>
            </a:r>
          </a:p>
          <a:p>
            <a:pPr>
              <a:spcAft>
                <a:spcPts val="600"/>
              </a:spcAft>
              <a:defRPr sz="1400"/>
            </a:pPr>
            <a:r>
              <a:t>• Cuándo conviene: dominios que se solapan en la representación, contenido grande, tareas donde importa la fidelidad o el costo de responder con dominio ajeno. Cuándo no: cobertura primero, dominios disjuntos, memoria escasa</a:t>
            </a:r>
          </a:p>
          <a:p>
            <a:pPr>
              <a:spcAft>
                <a:spcPts val="600"/>
              </a:spcAft>
              <a:defRPr sz="1400"/>
            </a:pPr>
            <a:r>
              <a:t>• Un sistema de memorias icónicas e indeterminadas necesita al menos un órgano indicial y nítido que las coordine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Lo que la revisión adversarial corrigió por el camino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Pista de identidad con ceros explícitos: la cara «no ganó» cargaba 6·N_all + 2·N_k en la columna de muestreo. Con nan, N_k exacto. Fidelidad de exp8: 23.4 → 19.4; la descripción pasa a superar al especialista</a:t>
            </a:r>
          </a:p>
          <a:p>
            <a:pPr>
              <a:spcAft>
                <a:spcPts val="600"/>
              </a:spcAft>
              <a:defRPr sz="1400"/>
            </a:pPr>
            <a:r>
              <a:t>• hetero_lib muestrea con random de Python, no con numpy: ningún sorteo publicado era reproducible. Siembra doble</a:t>
            </a:r>
          </a:p>
          <a:p>
            <a:pPr>
              <a:spcAft>
                <a:spcPts val="600"/>
              </a:spcAft>
              <a:defRPr sz="1400"/>
            </a:pPr>
            <a:r>
              <a:t>• Razón F sin corrección de Bessel: el nulo daba 1.44 en vez de 1.00</a:t>
            </a:r>
          </a:p>
          <a:p>
            <a:pPr>
              <a:spcAft>
                <a:spcPts val="600"/>
              </a:spcAft>
              <a:defRPr sz="1400"/>
            </a:pPr>
            <a:r>
              <a:t>• La etapa 5 cuantizó en float32; releer los latentes en float64 cambia un nivel en un latente de car, cow y dog</a:t>
            </a:r>
          </a:p>
          <a:p>
            <a:pPr>
              <a:spcAft>
                <a:spcPts val="600"/>
              </a:spcAft>
              <a:defRPr sz="1400"/>
            </a:pPr>
            <a:r>
              <a:t>• Pool.map con tareas de 40 MB se cuelga si un trabajador muere al arrancar; los datos van por initializer</a:t>
            </a:r>
          </a:p>
          <a:p>
            <a:pPr>
              <a:spcAft>
                <a:spcPts val="600"/>
              </a:spcAft>
              <a:defRPr sz="1400"/>
            </a:pPr>
            <a:r>
              <a:t>• Split versionado (splits_relative.json); el «128 formación / 20 prueba» de exp7 era un corte, no un split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Cerrado después del deck, y pendiente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Fases 3 y 4: prosa reescrita con aprobación; la contradicción se resolvió restringiendo «no entrópico» al ruteo (salida 5.1)</a:t>
            </a:r>
          </a:p>
          <a:p>
            <a:pPr>
              <a:spcAft>
                <a:spcPts val="600"/>
              </a:spcAft>
              <a:defRPr sz="1400"/>
            </a:pPr>
            <a:r>
              <a:t>• Exp11: banco de 40 consultas fuera de dominio (EHAM única 3, oráculo 2, protocolo 4); imagen→texto con los cuatro cortes: la cobertura del especialista sube 0 → 79 % con N</a:t>
            </a:r>
          </a:p>
          <a:p>
            <a:pPr>
              <a:spcAft>
                <a:spcPts val="600"/>
              </a:spcAft>
              <a:defRPr sz="1400"/>
            </a:pPr>
            <a:r>
              <a:t>• Doble compuerta de contenido en la fase madura textual: el protocolo baja a 2/40, el nivel del oráculo; etapa 8 sigue 16/16</a:t>
            </a:r>
          </a:p>
          <a:p>
            <a:pPr>
              <a:spcAft>
                <a:spcPts val="600"/>
              </a:spcAft>
              <a:defRPr sz="1400"/>
            </a:pPr>
            <a:r>
              <a:t>• Exp12: la brecha crece con el solapamiento de soportes en etiquetas (ρ 0.45, p 0.017); las 28 brechas son positivas</a:t>
            </a:r>
          </a:p>
          <a:p>
            <a:pPr>
              <a:spcAft>
                <a:spcPts val="600"/>
              </a:spcAft>
              <a:defRPr sz="1400"/>
            </a:pPr>
            <a:r>
              <a:t>• App: fase temprana en vivo con directorios perspectivales; modelos v5 en models/</a:t>
            </a:r>
          </a:p>
          <a:p>
            <a:pPr>
              <a:spcAft>
                <a:spcPts val="600"/>
              </a:spcAft>
              <a:defRPr sz="1400"/>
            </a:pPr>
            <a:r>
              <a:t>• Compuerta sobre las 171 reservadas: ninguna respuesta perdida (rechaza solo ruteos equivocados sin recall). Pendiente: deck externo de Drive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